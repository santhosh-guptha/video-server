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000" b="1">
                <a:solidFill>
                  <a:srgbClr val="0F172A"/>
                </a:solidFill>
                <a:latin typeface="Calibri"/>
              </a:defRPr>
            </a:pPr>
            <a:r>
              <a:t>Enterprise Video Management System (VMS)</a:t>
            </a:r>
          </a:p>
          <a:p>
            <a:pPr algn="ctr">
              <a:spcAft>
                <a:spcPts val="2000"/>
              </a:spcAft>
              <a:defRPr sz="2200">
                <a:solidFill>
                  <a:srgbClr val="2563EB"/>
                </a:solidFill>
                <a:latin typeface="Calibri"/>
              </a:defRPr>
            </a:pPr>
            <a:r>
              <a:t>End-to-End Technical Stack &amp; Architecture Overview</a:t>
            </a:r>
          </a:p>
          <a:p>
            <a:pPr algn="ctr">
              <a:defRPr sz="1400">
                <a:solidFill>
                  <a:srgbClr val="475569"/>
                </a:solidFill>
                <a:latin typeface="Calibri"/>
              </a:defRPr>
            </a:pPr>
            <a:r>
              <a:t>System Integration, Core Responsibilities &amp;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System Goals &amp; Core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Low-Latency Live Streaming: Serve sub-second streaming via WebRTC (WHEP) for real-time surveillance monitoring.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Native Quality Recording: Store video natively as MP4 files directly from camera streams to protect file fidelity and disk I/O.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Seamless Fallback: Failover gracefully to Low-Latency HLS (LL-HLS) if WebRTC connection paths are blocked by network firewalls.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On-Demand Transcoding: Only transcode H.265 feeds to browser-friendly H.264 when active users are watching.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Shared Transcoder Streams: Spawns one FFmpeg process per camera that is shared across all concurrent viewers.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Viewer-Based Lifecycle: Automatically shuts down transcoders after a 60-second grace period once the last viewer leaves.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VMS 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1031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React Web App: Admin tools, config panels, and streaming walls.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WebRTC WHEP Client: Receives raw media streams under 1s latency.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hls.js Fallback: Handles HLS segment parsing for legacy devices.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37160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554480"/>
            <a:ext cx="21031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FastAPI App: Exposes APIs and manages WebSocket health feeds.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Transcoder Manager: Oversees external FFmpeg process lifecycles.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TCP Edge Receiver: Listens on Port 9999 for custom ingress feeds.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1031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MediaMTX: Lightweight gateway for RTSP ingress and WebRTC egress.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Redis Session Cache: Synchronizes active transcoders and viewer locks.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Relational Database: Houses schemas for streams and recordings.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Frontend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React (v18.3.1): High-performance UI rendering through components.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TypeScript (v5.6.3): Strong typing that aligns frontend requests with backend schemas.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Vite (v5.4.8): Rapid build tooling using native ES modules.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Vanilla CSS (styles.css): Complete style sheets for dark mode layouts and responsive grids.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WebRTC (WHEP): Real-time playback integration utilizing native browser APIs.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hls.js (v1.5.15): Media Source Extensions (MSE) player to parse fallbacks.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Lucide React: Modular SVG icons for system dashboards.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Local Storage Cache: Remembers selected streams across page reloads.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Backend Control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FastAPI (v0.115.0): Asynchronous Python API framework with routing.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Uvicorn (v0.30.6): ASGI server driving server execution.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Pydantic Settings: Type-safe settings validation from system .env files.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Asyncio Subprocess: Safely spawns background FFmpeg transcoders without blocking CPU execution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HTTPX: Asynchronous requests targeting MediaMTX control APIs and camera registries.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aiofiles: Prevents disk blocking during timeline generation and clip export operations.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Custom TCP Server: Standard sockets parsing camera framing payloads on Port 9999.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Media &amp; Streaming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MediaMTX (v1.9.0): Zero-dependency media processor. Handles RTSP streams, segments storage, and WebRTC/HLS publishers.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FFmpeg Transcoders: Convert H.265 video packets into H.264 streams. Uses speed parameters like 'ultrafast' for real-time delivery.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Hardware Acceleration: Configurable to offload CPU load using NVIDIA NVENC or Intel QSV hardware codecs.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Coturn (TURN/STUN): Resolves public ICE candidates. Relays media packages for players operating across separate subnets.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Custom TCP Receiver: Built with asyncio to read custom framing headers. Extracts VPS, SPS, PPS, and NAL units, then remuxes raw streams into MediaMTX via RTSP push.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Storage, Databases &amp; Caching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SQLAlchemy (v2.0.34): Coordinates relational schema mappings and async data queries.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Alembic (v1.13.1): Tracks schema migrations across versions.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SQLite &amp; aiosqlite: Default database for local dev and small deployments.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PostgreSQL &amp; asyncpg: Production relational engine supporting async connection pooling.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Redis (v5.0.3): Fast key-value store for cross-process synchronization and distributed lock management.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Redis Viewer Tracker: Monitors active user connections to trigger real-time H.265 transcoding start and stop instructions.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Upstream Caching Fallback: Caches remote camera configs into local JSON formats if settings APIs timeout.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Edge Push Agent (edge-push)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Standalone Client: Runs on local gate hardware to push camera video to remote servers.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Automatic Detection: Uses ffprobe to identify camera codec profiles and frame rates.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Zero-Reencoding Push: Copies RTSP streams directly, minimizing CPU overhead on edge devices.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Downsampling (compressedFps): Filters and drops frames at the edge to reduce network load.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Custom TCP protocol: Bundles configuration parameters (VPS/SPS/PPS) and NAL units into binary packets.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Network Fault Tolerance: Keeps trying to reconnect when connections drop.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Production DevOps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Docker Compose: Bundles the entire VMS stack (FastAPI, MediaMTX, Redis, DB) for simple deployment.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Nginx Web Server: Acts as the primary HTTP reverse proxy. Serves built static frontend files.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WebSocket Upgrades: Configured to handle WebSocket handshakes and state synchronization.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systemd Services: Registers VMS units as background services with automatic restart behaviors.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UFW Firewall: Secures unnecessary ports while keeping ports 80/443 (UI), 8000 (API), 9999 (TCP Push), 8554 (RTSP), 8889 (WebRTC), and 3478 (TURN)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